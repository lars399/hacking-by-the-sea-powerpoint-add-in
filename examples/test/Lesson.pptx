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0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67" r:id="rId15"/>
    <p:sldId id="259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3EA86-6305-650A-5F3C-1998CFEC1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6A440AB-1A96-F182-D5F2-0B182D0D1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9DB18E7-BB10-1B4A-33F9-6DB20BC2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489B56F-B9B5-397E-14FF-03616084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634231-DC8A-6553-9562-96B46CAA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764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63AD7-08D3-C244-4249-F105F40E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86A7F6-F82D-E079-2A7A-D095291E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7BB91-3BB1-D048-E3B0-3F368C7A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F995FF-FC4C-A0A5-C9FE-62B6310B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8F5AF5-79C8-0A5B-6287-147D1E13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517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108D3-3A43-205C-D9E6-E05FA611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519879-9449-BDB4-2708-4611B75B9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5B7A6F9-DDF3-1B72-DCB2-84E46CDB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7FA07F9-AD0F-2C2D-DD43-FFFE30E1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E8E7B2B-D5A5-D052-6EE6-54C27DA9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4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803FC-D0A3-6A8D-DEC4-07723EFF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4676BD-97AE-9332-CCB7-F2F605F59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4E0A803-D9EB-0572-8C28-380E216B5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EA62094-FC3D-4150-383E-E87D6BC6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59F5CB-E4C7-43FF-8648-9E600284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26F4E24-342C-6D73-963E-FDA6104E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702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A2299A-8B0E-CC8A-CA75-423E85B9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83EDA17-3C42-7B91-0341-46E95556C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8F37418-66BD-6F85-75A0-549562E2D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8F44409-B2EB-1FE9-E64A-B9107381D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16B62E7-148A-4FD6-4E31-8401B2F45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2A762B0-6ECF-AE99-EE1F-32C9D3F1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FCFFC94-9E44-90B4-F6ED-D63905CC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2D41CB9-682E-8F88-BD01-AC0F6FC6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89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22C149-C563-61DD-8032-703E997CE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58A7062-4ADA-A45D-4C6D-1037C7D3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BFD9DDD-624E-CE99-E8B0-268B0F30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D507650-AF88-0C17-54B8-FFCABCD7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377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29FD74A-4EEB-34C8-5544-36056102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9BD347E-0EAF-AA4F-EDCE-314531D0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FDC9696-FFFB-62BC-478C-2FE6F5F0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853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902ED-609F-F88C-57DF-F51C95C8C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D148E7-1D84-1624-1C57-1AA8BC46D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A05C3E-38D2-A356-CC04-29682B969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3348461-2A72-E103-C0F2-F45867071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E0FEF69-C836-6121-7EDA-2DB7E6DD5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A3167FE-2B08-8915-BC68-97B52DE97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712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36D82-613F-A54A-CFBA-07577BB4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ADFFB6E-97F5-5A2D-2ABF-CC5C56535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84ED38A-F804-F5CE-8579-1D1D0FE81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A5A0B17-A260-B5F4-A403-864DDB7F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D803A67-EC19-8D7A-9698-9A96807E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AD69D1C-836F-5E20-3702-473B1D06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168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FF898-BFCC-CBE1-E9EB-6B45DE13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13B339A-49EC-1732-F7F8-44901C6FF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F7B44D-ED9D-F149-4FCD-8B8444A9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6A55CD0-7A57-4384-D23A-D6A68134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6FB75E-32C6-ADEF-2CF2-194E3CC2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702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42E66AE-273C-B9E3-CB8B-C53ED8526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316C1F8-A157-6D30-E78C-2BBAE3541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9A26EC0-8F48-93C5-3269-A27410FD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3211F1-67E5-AF2F-AC06-AA03C804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7269284-ED2B-FA5F-8C28-E21E512B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475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B670AB9-7B78-707B-B60A-BE757927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905266-0B2A-3F5C-4474-80A19E19A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644803-61C1-7521-1844-F6C23ECC2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EB5A4-408E-4BB2-9209-56AFE3DCD9E5}" type="datetimeFigureOut">
              <a:rPr lang="en-NL" smtClean="0"/>
              <a:t>02/07/2026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CC9B128-F804-2FC5-F0D8-B01CB5189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5A1FCD-2007-A878-CB99-FCEC186C2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05C30-21D2-4CD8-A019-DF7036752657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8147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51F08-B861-2B0F-9FC7-A5409191E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powerpoint</a:t>
            </a:r>
            <a:r>
              <a:rPr lang="en-US" dirty="0"/>
              <a:t> a</a:t>
            </a:r>
            <a:endParaRPr lang="en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510A07-4F52-B194-070F-EA344BECF9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Has slides with mistakes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2186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5F008-76B9-7B52-E06E-5FA4969C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correct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93B338-EC31-C398-34FA-E531B20B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cute image</a:t>
            </a:r>
          </a:p>
          <a:p>
            <a:endParaRPr lang="en-NL" dirty="0"/>
          </a:p>
        </p:txBody>
      </p:sp>
      <p:pic>
        <p:nvPicPr>
          <p:cNvPr id="7" name="Afbeelding 6" descr="cute yawning bunny">
            <a:extLst>
              <a:ext uri="{FF2B5EF4-FFF2-40B4-BE49-F238E27FC236}">
                <a16:creationId xmlns:a16="http://schemas.microsoft.com/office/drawing/2014/main" id="{E7C0CE91-C369-C31C-17D3-C165B307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82" y="30781"/>
            <a:ext cx="4368374" cy="646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6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E57D-C40A-B232-E673-6B3ED545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DBC43-F4FC-62A2-E4E9-37C8A44A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duplicated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434FF2-D69C-DA47-5709-27C73B5C1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pretty Bun image</a:t>
            </a:r>
          </a:p>
          <a:p>
            <a:endParaRPr lang="en-NL" dirty="0"/>
          </a:p>
        </p:txBody>
      </p:sp>
      <p:pic>
        <p:nvPicPr>
          <p:cNvPr id="5" name="Afbeelding 4" descr="a cute potato bunny picture">
            <a:extLst>
              <a:ext uri="{FF2B5EF4-FFF2-40B4-BE49-F238E27FC236}">
                <a16:creationId xmlns:a16="http://schemas.microsoft.com/office/drawing/2014/main" id="{085A06BA-2BD9-45B1-BA88-7C06B0A7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457" y="1528931"/>
            <a:ext cx="3035797" cy="403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9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060F-0048-7FFB-D81C-A5AE2247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7882F9-A430-545B-745B-593747DF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duplicated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FA9746-F676-5D09-6CCC-7B4D0C3AC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pretty Bun image</a:t>
            </a:r>
          </a:p>
          <a:p>
            <a:endParaRPr lang="en-NL" dirty="0"/>
          </a:p>
        </p:txBody>
      </p:sp>
      <p:pic>
        <p:nvPicPr>
          <p:cNvPr id="5" name="Afbeelding 4" descr="a cute potato bunny picture">
            <a:extLst>
              <a:ext uri="{FF2B5EF4-FFF2-40B4-BE49-F238E27FC236}">
                <a16:creationId xmlns:a16="http://schemas.microsoft.com/office/drawing/2014/main" id="{B1CD3F54-2ED8-D507-2731-A26B8F6A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457" y="1528931"/>
            <a:ext cx="3035797" cy="403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8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7BBCAB-548A-8009-FD0C-01C8710E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2C6E2E-5873-6A81-86BE-66237BC1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 alt text on image slide</a:t>
            </a:r>
            <a:endParaRPr lang="en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972F7-270E-C433-F24B-B26AAF5AC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57" y="2392670"/>
            <a:ext cx="3207257" cy="321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9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D448D-0073-7E6E-84A2-58D1452A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02C6AE-ED0B-E654-129E-28E7DD487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 slide, no title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856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660B2-DDA1-4FC4-A086-EB74A9C9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7898A0-FE9F-B045-A5FE-5B3D12E0C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171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43219D-BD94-E5DF-AE0B-9332E989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slide no text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5EDBB0-34E0-C699-4D71-E74DD0DC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301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692F20-8169-B0AD-D74E-C4EB6085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bad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1AEB6B-BBF7-A252-2B2A-F622D045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00" dirty="0"/>
              <a:t>Super small text</a:t>
            </a:r>
            <a:endParaRPr lang="en-NL" sz="8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6E5E790-B8B9-8D0D-637F-50B3420B1DBF}"/>
              </a:ext>
            </a:extLst>
          </p:cNvPr>
          <p:cNvSpPr txBox="1"/>
          <p:nvPr/>
        </p:nvSpPr>
        <p:spPr>
          <a:xfrm>
            <a:off x="838200" y="2231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Super small </a:t>
            </a:r>
            <a:r>
              <a:rPr lang="en-US" sz="1800" dirty="0">
                <a:solidFill>
                  <a:schemeClr val="bg2"/>
                </a:solidFill>
              </a:rPr>
              <a:t> invincible text</a:t>
            </a:r>
            <a:endParaRPr lang="en-NL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09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051C4D-C95C-5866-B9E6-2B2F4AC59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slide</a:t>
            </a:r>
            <a:endParaRPr lang="en-NL" dirty="0"/>
          </a:p>
        </p:txBody>
      </p:sp>
      <p:pic>
        <p:nvPicPr>
          <p:cNvPr id="4" name="Afbeelding 3" descr="cute bun">
            <a:extLst>
              <a:ext uri="{FF2B5EF4-FFF2-40B4-BE49-F238E27FC236}">
                <a16:creationId xmlns:a16="http://schemas.microsoft.com/office/drawing/2014/main" id="{79CC8A5A-B688-1CF1-831E-DDA0DE6A0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927" y="1424504"/>
            <a:ext cx="3716145" cy="4488097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366F7F-8F69-FAFA-501D-7D78563F8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0" y="2141537"/>
            <a:ext cx="10515600" cy="4351338"/>
          </a:xfrm>
        </p:spPr>
        <p:txBody>
          <a:bodyPr/>
          <a:lstStyle/>
          <a:p>
            <a:r>
              <a:rPr lang="en-US" dirty="0"/>
              <a:t>Text going over image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4997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8A284-E7A5-A98E-5C6E-181E46AE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ordered slide</a:t>
            </a:r>
            <a:endParaRPr lang="en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4AE292-7950-AC31-23A0-38A6FB576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2</a:t>
            </a:r>
            <a:r>
              <a:rPr lang="en-US" dirty="0"/>
              <a:t>, two before first is not logical</a:t>
            </a:r>
          </a:p>
          <a:p>
            <a:r>
              <a:rPr lang="en-US" dirty="0"/>
              <a:t>5, next is worse</a:t>
            </a:r>
          </a:p>
          <a:p>
            <a:r>
              <a:rPr lang="en-NL" dirty="0"/>
              <a:t>1</a:t>
            </a:r>
            <a:r>
              <a:rPr lang="en-US" dirty="0"/>
              <a:t>, makes no </a:t>
            </a:r>
            <a:r>
              <a:rPr lang="en-US" dirty="0" err="1"/>
              <a:t>sence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9371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77D23-32CB-6161-EBB7-837C617E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table slide</a:t>
            </a:r>
            <a:endParaRPr lang="en-NL" dirty="0"/>
          </a:p>
        </p:txBody>
      </p:sp>
      <p:graphicFrame>
        <p:nvGraphicFramePr>
          <p:cNvPr id="4" name="Tijdelijke aanduiding voor inhoud 3" descr="small table">
            <a:extLst>
              <a:ext uri="{FF2B5EF4-FFF2-40B4-BE49-F238E27FC236}">
                <a16:creationId xmlns:a16="http://schemas.microsoft.com/office/drawing/2014/main" id="{E9E811E8-A43F-08F0-1B5C-5444F7F66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75919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643689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419379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28203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07914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11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four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five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2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75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7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982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466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646CF-934D-E64B-EC96-B3F055A3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table no headers or alt text</a:t>
            </a:r>
            <a:endParaRPr lang="en-NL" dirty="0"/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F1B36AB7-4018-DABD-80D9-89773D67F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668401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921070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36342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15871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8728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4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63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6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628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fat bun">
            <a:extLst>
              <a:ext uri="{FF2B5EF4-FFF2-40B4-BE49-F238E27FC236}">
                <a16:creationId xmlns:a16="http://schemas.microsoft.com/office/drawing/2014/main" id="{673D0806-DF32-E8F7-F27F-F7246DB46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763" r="-1" b="13484"/>
          <a:stretch>
            <a:fillRect/>
          </a:stretch>
        </p:blipFill>
        <p:spPr>
          <a:xfrm>
            <a:off x="760605" y="0"/>
            <a:ext cx="11434973" cy="685799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5E34FE-8412-1F0A-97E2-8DB45EE2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3048699" y="3048698"/>
            <a:ext cx="6858001" cy="760605"/>
          </a:xfrm>
          <a:prstGeom prst="rect">
            <a:avLst/>
          </a:prstGeom>
          <a:ln>
            <a:noFill/>
          </a:ln>
          <a:effectLst>
            <a:outerShdw blurRad="203200" dist="1016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ijdelijke aanduiding voor inhoud 4" descr="back side of a bunny">
            <a:extLst>
              <a:ext uri="{FF2B5EF4-FFF2-40B4-BE49-F238E27FC236}">
                <a16:creationId xmlns:a16="http://schemas.microsoft.com/office/drawing/2014/main" id="{E32B6C93-0326-894C-1E73-A928E60E2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43" b="412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389257-54D2-EF5B-6CDC-A57B5EE3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02923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104</Words>
  <Application>Microsoft Office PowerPoint</Application>
  <PresentationFormat>Breedbeeld</PresentationFormat>
  <Paragraphs>36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Kantoorthema</vt:lpstr>
      <vt:lpstr>Example powerpoint a</vt:lpstr>
      <vt:lpstr>A correct slide</vt:lpstr>
      <vt:lpstr>A duplicated slide</vt:lpstr>
      <vt:lpstr>A duplicated slide</vt:lpstr>
      <vt:lpstr>Bad slide</vt:lpstr>
      <vt:lpstr>PowerPoint-presentatie</vt:lpstr>
      <vt:lpstr>PowerPoint-presentatie</vt:lpstr>
      <vt:lpstr>Bad slide no text</vt:lpstr>
      <vt:lpstr>Double bad slide</vt:lpstr>
      <vt:lpstr>Bad slide</vt:lpstr>
      <vt:lpstr>Bad ordered slide</vt:lpstr>
      <vt:lpstr>Correct table slide</vt:lpstr>
      <vt:lpstr>Bad table no headers or alt text</vt:lpstr>
      <vt:lpstr>PowerPoint-presentatie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Naimi de Jong</dc:creator>
  <cp:lastModifiedBy>Naimi de Jong</cp:lastModifiedBy>
  <cp:revision>3</cp:revision>
  <dcterms:created xsi:type="dcterms:W3CDTF">2026-07-02T11:57:51Z</dcterms:created>
  <dcterms:modified xsi:type="dcterms:W3CDTF">2026-07-02T13:39:57Z</dcterms:modified>
</cp:coreProperties>
</file>