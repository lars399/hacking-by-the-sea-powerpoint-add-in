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E6D0A-C378-7530-9C12-E8F7DED48ADE}" v="147" dt="2026-07-03T06:14:08.543"/>
    <p1510:client id="{0DF25CDE-5573-D44B-9C66-B80A7C096809}" v="87" dt="2026-07-03T06:12:56.867"/>
    <p1510:client id="{281C0792-DCB4-2F5C-BA58-1ABF529D28A6}" v="3" dt="2026-07-03T06:14:06.199"/>
    <p1510:client id="{3E337D62-782C-8F17-4F91-D0C43690A5BE}" v="141" dt="2026-07-03T05:26:41.577"/>
    <p1510:client id="{A08A89D2-2D27-12FD-3A14-9F5199C88A5A}" v="18" dt="2026-07-03T05:38:37.205"/>
    <p1510:client id="{A9B53EA0-BA00-82DB-CB08-CDC843D8B2AA}" v="32" dt="2026-07-03T06:17:06.074"/>
    <p1510:client id="{FB4702C8-7898-255A-2E47-73681898B235}" v="10" dt="2026-07-03T05:46:39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903FA-DC7E-4E11-96F0-A9F2EDA98CF5}" type="datetimeFigureOut">
              <a:t>2-7-2026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81558-4CFA-4EB9-A37C-49BEE51333FA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94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We thank you very much for listening to our pitch, right now I would like to take a few more important seconds of your time and show the amazing web application we developed in the past 24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81558-4CFA-4EB9-A37C-49BEE51333FA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50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0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Afbeelding 5" descr="File:Microsoft Office PowerPoint (2019–2025).svg - Wikimedia ...">
            <a:extLst>
              <a:ext uri="{FF2B5EF4-FFF2-40B4-BE49-F238E27FC236}">
                <a16:creationId xmlns:a16="http://schemas.microsoft.com/office/drawing/2014/main" id="{61D83754-228F-E780-D194-03E0F41C6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132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3650" y="3962400"/>
            <a:ext cx="5505814" cy="1690409"/>
          </a:xfrm>
        </p:spPr>
        <p:txBody>
          <a:bodyPr anchor="b">
            <a:normAutofit/>
          </a:bodyPr>
          <a:lstStyle/>
          <a:p>
            <a:pPr algn="l"/>
            <a:r>
              <a:rPr lang="de-DE" sz="4400"/>
              <a:t>Team 6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3650" y="5709565"/>
            <a:ext cx="5395975" cy="6467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/>
              <a:t>Roes, Naimi, </a:t>
            </a:r>
            <a:r>
              <a:rPr lang="de-DE" err="1"/>
              <a:t>Shaiza</a:t>
            </a:r>
            <a:r>
              <a:rPr lang="de-DE"/>
              <a:t>, Lars</a:t>
            </a:r>
          </a:p>
        </p:txBody>
      </p:sp>
      <p:pic>
        <p:nvPicPr>
          <p:cNvPr id="4" name="Afbeelding 3" descr="Pdf - free Icon PNG, SVG">
            <a:extLst>
              <a:ext uri="{FF2B5EF4-FFF2-40B4-BE49-F238E27FC236}">
                <a16:creationId xmlns:a16="http://schemas.microsoft.com/office/drawing/2014/main" id="{4403F44A-A3D5-2B20-C6F9-E45A172E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90" r="-1" b="7378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FCBBA-4CBF-23DA-8C66-E1D4267C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Our problem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1EB3-9F6C-2E84-5817-79784716B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3 million people in the Netherlands live with a disability </a:t>
            </a:r>
          </a:p>
          <a:p>
            <a:r>
              <a:rPr lang="en-US" sz="2200">
                <a:ea typeface="+mn-lt"/>
                <a:cs typeface="+mn-lt"/>
              </a:rPr>
              <a:t>Many more face dyslexia or low literacy challenges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Accessibility issues often go unnoticed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Organizations need an easy way to find and fix them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pie chart with different colored circles">
            <a:extLst>
              <a:ext uri="{FF2B5EF4-FFF2-40B4-BE49-F238E27FC236}">
                <a16:creationId xmlns:a16="http://schemas.microsoft.com/office/drawing/2014/main" id="{F3E8E088-DF8A-98AD-5BCE-2EF169D70B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0" r="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7784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D25F-9C1C-0F55-08B7-1FFB9637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An accessibility checker</a:t>
            </a:r>
          </a:p>
          <a:p>
            <a:r>
              <a:rPr lang="en-US" sz="2200"/>
              <a:t>Direct feedback</a:t>
            </a:r>
          </a:p>
          <a:p>
            <a:r>
              <a:rPr lang="en-US" sz="2200"/>
              <a:t>Easy to understand</a:t>
            </a:r>
          </a:p>
          <a:p>
            <a:endParaRPr lang="en-US" sz="2200"/>
          </a:p>
        </p:txBody>
      </p:sp>
      <p:pic>
        <p:nvPicPr>
          <p:cNvPr id="4" name="Afbeelding 3" descr="Check list Images - Free Download on Magnific (formerly Freepik)">
            <a:extLst>
              <a:ext uri="{FF2B5EF4-FFF2-40B4-BE49-F238E27FC236}">
                <a16:creationId xmlns:a16="http://schemas.microsoft.com/office/drawing/2014/main" id="{B9240F49-C2FD-B252-2D55-4FD158644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3055E2E7-733E-1B75-D5F7-53DF87F26113}"/>
              </a:ext>
            </a:extLst>
          </p:cNvPr>
          <p:cNvSpPr txBox="1"/>
          <p:nvPr/>
        </p:nvSpPr>
        <p:spPr>
          <a:xfrm>
            <a:off x="356024" y="714305"/>
            <a:ext cx="681780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latin typeface="Aptos Display"/>
              </a:rPr>
              <a:t>Our amazing solution</a:t>
            </a:r>
            <a:endParaRPr lang="nl-NL" sz="5400">
              <a:latin typeface="Aptos Display"/>
            </a:endParaRPr>
          </a:p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794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F2887-4B0B-D60B-947A-8E5B6716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The project progress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7580-2376-734D-8EFA-F6D0C02F1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Website with two fully functional checkers</a:t>
            </a:r>
          </a:p>
          <a:p>
            <a:r>
              <a:rPr lang="en-US" sz="1800"/>
              <a:t>13 accessibility rules for ppt</a:t>
            </a:r>
          </a:p>
          <a:p>
            <a:r>
              <a:rPr lang="en-US" sz="1800"/>
              <a:t>6 core rules for pdf</a:t>
            </a:r>
          </a:p>
          <a:p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F05F1A6-9EB8-9000-D3D8-35233EDE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7" b="284"/>
          <a:stretch>
            <a:fillRect/>
          </a:stretch>
        </p:blipFill>
        <p:spPr>
          <a:xfrm>
            <a:off x="5987738" y="2156436"/>
            <a:ext cx="5628018" cy="231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5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48C39-B4CF-72D2-0BCB-C353FDD2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But, who are we?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9196B-4BEF-D845-5A3A-D51732DF9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Very small Team</a:t>
            </a:r>
          </a:p>
          <a:p>
            <a:r>
              <a:rPr lang="en-US" sz="2200"/>
              <a:t>Majority Women</a:t>
            </a:r>
          </a:p>
          <a:p>
            <a:r>
              <a:rPr lang="en-US" sz="2200"/>
              <a:t>All second years</a:t>
            </a:r>
          </a:p>
          <a:p>
            <a:r>
              <a:rPr lang="en-US" sz="2200"/>
              <a:t>Positive</a:t>
            </a:r>
          </a:p>
          <a:p>
            <a:endParaRPr lang="en-US" sz="2200"/>
          </a:p>
        </p:txBody>
      </p:sp>
      <p:pic>
        <p:nvPicPr>
          <p:cNvPr id="4" name="Picture 3" descr="A collage of people sitting at tables&#10;&#10;AI-generated content may be incorrect.">
            <a:extLst>
              <a:ext uri="{FF2B5EF4-FFF2-40B4-BE49-F238E27FC236}">
                <a16:creationId xmlns:a16="http://schemas.microsoft.com/office/drawing/2014/main" id="{5D57D574-B3C4-9A28-60D9-5C6F7C07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50253"/>
            <a:ext cx="6903720" cy="555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A9D7A-BECA-F033-056D-A7BEA80D33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8062" r="7938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CAF72C-C3CD-FE0A-2A5E-2EAA8FFE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The best part!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5F35-CC1A-2C41-F885-69DE20E6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rgbClr val="FFFFFF"/>
                </a:solidFill>
              </a:rPr>
              <a:t>Now we will see our application in action...</a:t>
            </a:r>
          </a:p>
        </p:txBody>
      </p:sp>
    </p:spTree>
    <p:extLst>
      <p:ext uri="{BB962C8B-B14F-4D97-AF65-F5344CB8AC3E}">
        <p14:creationId xmlns:p14="http://schemas.microsoft.com/office/powerpoint/2010/main" val="2477145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Breedbeeld</PresentationFormat>
  <Slides>6</Slides>
  <Notes>1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7" baseType="lpstr">
      <vt:lpstr>Kantoorthema</vt:lpstr>
      <vt:lpstr>Team 6</vt:lpstr>
      <vt:lpstr>Our problem</vt:lpstr>
      <vt:lpstr>PowerPoint-presentatie</vt:lpstr>
      <vt:lpstr>The project progress</vt:lpstr>
      <vt:lpstr>But, who are we?</vt:lpstr>
      <vt:lpstr>The best part!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35</cp:revision>
  <dcterms:created xsi:type="dcterms:W3CDTF">2026-07-03T05:18:43Z</dcterms:created>
  <dcterms:modified xsi:type="dcterms:W3CDTF">2026-07-03T06:17:51Z</dcterms:modified>
</cp:coreProperties>
</file>